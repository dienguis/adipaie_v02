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ADDENDUM CODIR · V1.4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F6E56"/>
                </a:solidFill>
                <a:latin typeface="Calibri"/>
              </a:rPr>
              <a:t>Module Recrutement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1A1A1A"/>
                </a:solidFill>
                <a:latin typeface="Calibri"/>
              </a:rPr>
              <a:t>Pilotage 360 du processus d'acquisition de talents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0F6E56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Entites persistantes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2918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1A7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3832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1A73B5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Workflows metier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2918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F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3832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18A1C"/>
                </a:solidFill>
                <a:latin typeface="Calibr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KPIs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2918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3832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1E3A8A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Etapes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10698480" cy="1188720"/>
          </a:xfrm>
          <a:prstGeom prst="roundRect">
            <a:avLst>
              <a:gd name="adj" fmla="val 4000"/>
            </a:avLst>
          </a:prstGeom>
          <a:solidFill>
            <a:srgbClr val="E8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  <a:latin typeface="Calibri"/>
              </a:rPr>
              <a:t>Pourquoi ce module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Centralise dans XAF un processus jusqu'ici eclate entre Excel et e-mails. Pipeline tracable poste-par-poste, cout d'acquisition par source, alertes periodes d'essai, taux de retention. Conforme CCT Senegal.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SunuPaie ELTON · Addendum CODIR V1.4 — Module Recrutement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Slide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6E56"/>
                </a:solidFill>
                <a:latin typeface="Calibri"/>
              </a:rPr>
              <a:t>Modele de donnees - 10 entites, 6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Tout regroupe dans le menu GRH - Recrutement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749039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254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Calibri"/>
              </a:rPr>
              <a:t>1. Referentiels (4)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38327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- Motif d'ouverture poste
- Source de recrutement (avec cout)
- Motif refus candidat (entreprise)
- Motif refus offre (candidat)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749039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254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  <a:latin typeface="Calibri"/>
              </a:rPr>
              <a:t>2. Pipeline coeur 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38327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- Poste vacant - workflow 6 statuts
  Brouillon -&gt; Valide -&gt; Publie
  -&gt; En recrutement -&gt; Pourvu
- Candidat - fiche personne unique
  (multi-candidatures possibles)
- Candidature - pipeline 10 statuts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749039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25400">
            <a:solidFill>
              <a:srgbClr val="F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18A1C"/>
                </a:solidFill>
                <a:latin typeface="Calibri"/>
              </a:rPr>
              <a:t>3. Suivi (3)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38327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- Entretien - 6 types, note 1-5,
  4 niveaux d'avis
- Offre d'emploi - salaire + avantages,
  6 statuts dont Refusee candidat
- Periode d'essai - 3 mois CCT SN,
  6 issues, taux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Pipeline candidature - 7 etapes positives + 3 etats terminaux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574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52120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Pre-selection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2120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Entretien planifie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52120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Entretien fait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52120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Offre proposee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52120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Offre acceptee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52120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Embauche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DC2626"/>
                </a:solidFill>
                <a:latin typeface="Calibri"/>
              </a:rPr>
              <a:t>Etats terminaux negatifs : Refuse (90) - Desistement candidat (91) - Annule (99)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SunuPaie ELTON · Addendum CODIR V1.4 — Module Recrutement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Slide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6E56"/>
                </a:solidFill>
                <a:latin typeface="Calibri"/>
              </a:rPr>
              <a:t>Tableau N12 - Pilotage Recrutement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Vue 360 pour la DRH - Toggle Interne / Externe (interim)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A7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960120"/>
          </a:xfrm>
          <a:prstGeom prst="rect">
            <a:avLst/>
          </a:prstGeom>
          <a:solidFill>
            <a:srgbClr val="1A7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Postes ouverts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Valides / Publies / En recrutement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08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Postes pourvus YTD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8745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Statut Pourvu sur l'annee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73152" cy="960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Embauches YTD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Taux conversion : Emb / Cand recues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41732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417320"/>
            <a:ext cx="73152" cy="960120"/>
          </a:xfrm>
          <a:prstGeom prst="rect">
            <a:avLst/>
          </a:prstGeom>
          <a:solidFill>
            <a:srgbClr val="F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508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Delai moyen recrutement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8745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Date Cloture - Date Ouverture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51460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514600"/>
            <a:ext cx="73152" cy="9601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060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Cout total recrutement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Sigma cout source x nb candidats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251460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2514600"/>
            <a:ext cx="73152" cy="9601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26060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Candidatures actives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2971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Hors statuts terminaux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51460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514600"/>
            <a:ext cx="73152" cy="9601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6060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Taux acceptation offres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971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Acceptees / Envoyees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251460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2514600"/>
            <a:ext cx="73152" cy="960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26060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Periodes d'essai en cours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971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Taux retention post-essai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7 sections analytiques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434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434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4348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Pipeline funnel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663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7 barres horizontales avec taux de conversion etape par etape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434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4434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4348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Top sources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663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Performance par origine (LinkedIn, ANEM...) avec cout/embauche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9377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9377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9377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Delai par categorie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166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Cadres/Maitrise/Employes - moyenne, min, max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9377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49377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9377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Postes ouverts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166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Tri par jours d'ouverture (alerte orange si &gt; 60j)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4406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440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4406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Evolution mensuelle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56692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Ouvertures vs Candidatures vs Embauches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54406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5440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54406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Periodes d'essai cours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56692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Alerte si &lt; 7j restants pour decision manager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943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9436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59436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Motifs de refus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61722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Cote entreprise + cote candidat (analyse strategique)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SunuPaie ELTON · Addendum CODIR V1.4 — Module Recrutement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Slide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6E56"/>
                </a:solidFill>
                <a:latin typeface="Calibri"/>
              </a:rPr>
              <a:t>Benefices attendus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Investissement V1.4 : ~11 jours dev - Mise en service immediate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155448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  <a:latin typeface="Calibri"/>
              </a:rPr>
              <a:t>DRH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Pilotage operationnel temps reel : pipeline visualise, alertes postes longs (&gt;60j), periodes d'essai en cours.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109728" cy="1554480"/>
          </a:xfrm>
          <a:prstGeom prst="rect">
            <a:avLst/>
          </a:prstGeom>
          <a:solidFill>
            <a:srgbClr val="1A7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73B5"/>
                </a:solidFill>
                <a:latin typeface="Calibri"/>
              </a:rPr>
              <a:t>DAF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Visibilite du cout d'acquisition par source, par embauche. Reallocation budget vers sources les plus efficaces.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109728" cy="1554480"/>
          </a:xfrm>
          <a:prstGeom prst="rect">
            <a:avLst/>
          </a:prstGeom>
          <a:solidFill>
            <a:srgbClr val="F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18A1C"/>
                </a:solidFill>
                <a:latin typeface="Calibri"/>
              </a:rPr>
              <a:t>Manager hierarchique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Suivi des candidats sur ses postes ouverts. Notes d'entretien centralisees. Decision periode d'essai documentee.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0896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108960"/>
            <a:ext cx="109728" cy="15544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46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Conformite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5760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Tracabilite legale : motifs de refus consignes, periode d'essai 3 mois CCT Senegal, lien Salarie/Candidature.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1247120" cy="1188720"/>
          </a:xfrm>
          <a:prstGeom prst="roundRect">
            <a:avLst>
              <a:gd name="adj" fmla="val 4000"/>
            </a:avLst>
          </a:prstGeom>
          <a:solidFill>
            <a:srgbClr val="E8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  <a:latin typeface="Calibri"/>
              </a:rPr>
              <a:t>Roadmap V1.4.1 / V1.5 (a valider CODIR)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- V1.4.1 : Export Excel/PDF du dashboard N12, filtres avances (recrutement interim).
- V1.5   : Workflow XAF state-machine (validations DRH, notifications email auto).
- V1.5   : Portail candidat externe pour soumission CV en ligne (option).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6E56"/>
                </a:solidFill>
                <a:latin typeface="Calibri"/>
              </a:rPr>
              <a:t>Demande de validation CODIR : mise en production V1.4 immediate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SunuPaie ELTON · Addendum CODIR V1.4 — Module Recrutement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Slide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